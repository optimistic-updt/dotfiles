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My Test Presentation File Typ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My Test Presentation File Type</a:t>
            </a:r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